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144000" type="letter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BBDA"/>
    <a:srgbClr val="003567"/>
    <a:srgbClr val="FCC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574072-8BD6-99FD-ACEB-499D4F333E41}" v="10" dt="2026-10-26T17:49:07.304"/>
    <p1510:client id="{C8ABCD01-4B5D-4CF8-B20A-72138E299CC8}" v="2" dt="2026-10-26T17:48:53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mela N. Suazo / BANCO DEL PAIS" userId="S::80730@banpais.hn::302c13b3-2a27-46b0-a1e8-9992b45c97be" providerId="AD" clId="Web-{BA574072-8BD6-99FD-ACEB-499D4F333E41}"/>
    <pc:docChg chg="modSld">
      <pc:chgData name="Pamela N. Suazo / BANCO DEL PAIS" userId="S::80730@banpais.hn::302c13b3-2a27-46b0-a1e8-9992b45c97be" providerId="AD" clId="Web-{BA574072-8BD6-99FD-ACEB-499D4F333E41}" dt="2026-10-26T17:49:07.304" v="11"/>
      <pc:docMkLst>
        <pc:docMk/>
      </pc:docMkLst>
      <pc:sldChg chg="addSp delSp modSp">
        <pc:chgData name="Pamela N. Suazo / BANCO DEL PAIS" userId="S::80730@banpais.hn::302c13b3-2a27-46b0-a1e8-9992b45c97be" providerId="AD" clId="Web-{BA574072-8BD6-99FD-ACEB-499D4F333E41}" dt="2026-10-26T17:49:07.304" v="11"/>
        <pc:sldMkLst>
          <pc:docMk/>
          <pc:sldMk cId="11193011" sldId="256"/>
        </pc:sldMkLst>
        <pc:picChg chg="add del mod modCrop">
          <ac:chgData name="Pamela N. Suazo / BANCO DEL PAIS" userId="S::80730@banpais.hn::302c13b3-2a27-46b0-a1e8-9992b45c97be" providerId="AD" clId="Web-{BA574072-8BD6-99FD-ACEB-499D4F333E41}" dt="2026-10-26T17:47:34.351" v="7"/>
          <ac:picMkLst>
            <pc:docMk/>
            <pc:sldMk cId="11193011" sldId="256"/>
            <ac:picMk id="3" creationId="{3A2085A9-3C28-889B-EF31-F69F19EFFBED}"/>
          </ac:picMkLst>
        </pc:picChg>
        <pc:picChg chg="mod">
          <ac:chgData name="Pamela N. Suazo / BANCO DEL PAIS" userId="S::80730@banpais.hn::302c13b3-2a27-46b0-a1e8-9992b45c97be" providerId="AD" clId="Web-{BA574072-8BD6-99FD-ACEB-499D4F333E41}" dt="2026-10-26T17:49:07.304" v="11"/>
          <ac:picMkLst>
            <pc:docMk/>
            <pc:sldMk cId="11193011" sldId="256"/>
            <ac:picMk id="8" creationId="{BE8CF21D-3D60-5272-8B5E-EEB2C7B283E9}"/>
          </ac:picMkLst>
        </pc:picChg>
      </pc:sldChg>
    </pc:docChg>
  </pc:docChgLst>
  <pc:docChgLst>
    <pc:chgData name="Pamela N. Suazo / BANCO DEL PAIS" userId="302c13b3-2a27-46b0-a1e8-9992b45c97be" providerId="ADAL" clId="{2106C7DA-89D1-4B60-BFD0-53EE1A980599}"/>
    <pc:docChg chg="modSld">
      <pc:chgData name="Pamela N. Suazo / BANCO DEL PAIS" userId="302c13b3-2a27-46b0-a1e8-9992b45c97be" providerId="ADAL" clId="{2106C7DA-89D1-4B60-BFD0-53EE1A980599}" dt="2026-10-26T17:48:53.288" v="1" actId="1076"/>
      <pc:docMkLst>
        <pc:docMk/>
      </pc:docMkLst>
      <pc:sldChg chg="modSp">
        <pc:chgData name="Pamela N. Suazo / BANCO DEL PAIS" userId="302c13b3-2a27-46b0-a1e8-9992b45c97be" providerId="ADAL" clId="{2106C7DA-89D1-4B60-BFD0-53EE1A980599}" dt="2026-10-26T17:48:53.288" v="1" actId="1076"/>
        <pc:sldMkLst>
          <pc:docMk/>
          <pc:sldMk cId="11193011" sldId="256"/>
        </pc:sldMkLst>
        <pc:picChg chg="mod">
          <ac:chgData name="Pamela N. Suazo / BANCO DEL PAIS" userId="302c13b3-2a27-46b0-a1e8-9992b45c97be" providerId="ADAL" clId="{2106C7DA-89D1-4B60-BFD0-53EE1A980599}" dt="2026-10-26T17:48:53.288" v="1" actId="1076"/>
          <ac:picMkLst>
            <pc:docMk/>
            <pc:sldMk cId="11193011" sldId="256"/>
            <ac:picMk id="8" creationId="{BE8CF21D-3D60-5272-8B5E-EEB2C7B283E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HN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641744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822476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396302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414086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54521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024338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16751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523589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09107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72496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06105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3FFF-5A13-4D90-A9B0-B65908D5C163}" type="datetimeFigureOut">
              <a:rPr lang="es-HN" smtClean="0"/>
              <a:t>26/10/2026</a:t>
            </a:fld>
            <a:endParaRPr lang="es-HN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167D2-6CCC-4CDF-871A-F7CC5B73B323}" type="slidenum">
              <a:rPr lang="es-HN" smtClean="0"/>
              <a:t>‹#›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795717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2561057" y="3851920"/>
            <a:ext cx="4014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HN" sz="3200" b="1">
                <a:solidFill>
                  <a:srgbClr val="FCC300"/>
                </a:solidFill>
                <a:latin typeface="Trebuchet MS" panose="020B0603020202020204" pitchFamily="34" charset="0"/>
                <a:cs typeface="Arial" pitchFamily="34" charset="0"/>
              </a:rPr>
              <a:t>Título </a:t>
            </a:r>
            <a:r>
              <a:rPr lang="es-HN" sz="3200" b="1" err="1">
                <a:solidFill>
                  <a:srgbClr val="FCC300"/>
                </a:solidFill>
                <a:latin typeface="Trebuchet MS" panose="020B0603020202020204" pitchFamily="34" charset="0"/>
                <a:cs typeface="Arial" pitchFamily="34" charset="0"/>
              </a:rPr>
              <a:t>Título</a:t>
            </a:r>
            <a:r>
              <a:rPr lang="es-HN" sz="3200" b="1">
                <a:solidFill>
                  <a:srgbClr val="FCC300"/>
                </a:solidFill>
                <a:latin typeface="Trebuchet MS" panose="020B0603020202020204" pitchFamily="34" charset="0"/>
                <a:cs typeface="Arial" pitchFamily="34" charset="0"/>
              </a:rPr>
              <a:t> </a:t>
            </a:r>
            <a:r>
              <a:rPr lang="es-HN" sz="3200" b="1" err="1">
                <a:solidFill>
                  <a:srgbClr val="FCC300"/>
                </a:solidFill>
                <a:latin typeface="Trebuchet MS" panose="020B0603020202020204" pitchFamily="34" charset="0"/>
                <a:cs typeface="Arial" pitchFamily="34" charset="0"/>
              </a:rPr>
              <a:t>Título</a:t>
            </a:r>
            <a:r>
              <a:rPr lang="es-HN" sz="3200" b="1">
                <a:solidFill>
                  <a:srgbClr val="FCC300"/>
                </a:solidFill>
                <a:latin typeface="Trebuchet MS" panose="020B0603020202020204" pitchFamily="34" charset="0"/>
                <a:cs typeface="Arial" pitchFamily="34" charset="0"/>
              </a:rPr>
              <a:t> </a:t>
            </a:r>
            <a:r>
              <a:rPr lang="es-HN" sz="3200" b="1" err="1">
                <a:solidFill>
                  <a:srgbClr val="FCC300"/>
                </a:solidFill>
                <a:latin typeface="Trebuchet MS" panose="020B0603020202020204" pitchFamily="34" charset="0"/>
                <a:cs typeface="Arial" pitchFamily="34" charset="0"/>
              </a:rPr>
              <a:t>Título</a:t>
            </a:r>
            <a:r>
              <a:rPr lang="es-HN" sz="3200" b="1">
                <a:solidFill>
                  <a:srgbClr val="FCC300"/>
                </a:solidFill>
                <a:latin typeface="Trebuchet MS" panose="020B0603020202020204" pitchFamily="34" charset="0"/>
                <a:cs typeface="Arial" pitchFamily="34" charset="0"/>
              </a:rPr>
              <a:t> </a:t>
            </a:r>
            <a:r>
              <a:rPr lang="es-HN" sz="3200" b="1" err="1">
                <a:solidFill>
                  <a:srgbClr val="FCC300"/>
                </a:solidFill>
                <a:latin typeface="Trebuchet MS" panose="020B0603020202020204" pitchFamily="34" charset="0"/>
                <a:cs typeface="Arial" pitchFamily="34" charset="0"/>
              </a:rPr>
              <a:t>Título</a:t>
            </a:r>
            <a:endParaRPr lang="es-HN" sz="3200" b="1">
              <a:solidFill>
                <a:srgbClr val="FCC300"/>
              </a:solidFill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4548321" y="2483768"/>
            <a:ext cx="20882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HN" sz="1500">
                <a:solidFill>
                  <a:srgbClr val="23BBDA"/>
                </a:solidFill>
                <a:latin typeface="Trebuchet MS" panose="020B0603020202020204" pitchFamily="34" charset="0"/>
                <a:cs typeface="Arial" pitchFamily="34" charset="0"/>
              </a:rPr>
              <a:t>{Colocar nombre del área aquí} te informa:</a:t>
            </a:r>
          </a:p>
        </p:txBody>
      </p:sp>
      <p:sp>
        <p:nvSpPr>
          <p:cNvPr id="12" name="4 CuadroTexto">
            <a:extLst>
              <a:ext uri="{FF2B5EF4-FFF2-40B4-BE49-F238E27FC236}">
                <a16:creationId xmlns:a16="http://schemas.microsoft.com/office/drawing/2014/main" id="{B9C40ED9-ED7F-4A1F-8E29-150941BD885E}"/>
              </a:ext>
            </a:extLst>
          </p:cNvPr>
          <p:cNvSpPr txBox="1"/>
          <p:nvPr/>
        </p:nvSpPr>
        <p:spPr>
          <a:xfrm>
            <a:off x="2540429" y="4976626"/>
            <a:ext cx="395429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300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rPr>
              <a:t>And more recently with desktop publishing software like Aldus PageMaker including versions of Lorem Ipsum.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009A567-E6F2-E7A2-93AE-FF6E0348A1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1057" y="7902425"/>
            <a:ext cx="1785678" cy="384785"/>
          </a:xfrm>
          <a:prstGeom prst="rect">
            <a:avLst/>
          </a:prstGeom>
        </p:spPr>
      </p:pic>
      <p:sp>
        <p:nvSpPr>
          <p:cNvPr id="7" name="7 CuadroTexto">
            <a:extLst>
              <a:ext uri="{FF2B5EF4-FFF2-40B4-BE49-F238E27FC236}">
                <a16:creationId xmlns:a16="http://schemas.microsoft.com/office/drawing/2014/main" id="{DD2A05F1-7F3B-F7D2-1501-3ECECCE88F83}"/>
              </a:ext>
            </a:extLst>
          </p:cNvPr>
          <p:cNvSpPr txBox="1"/>
          <p:nvPr/>
        </p:nvSpPr>
        <p:spPr>
          <a:xfrm>
            <a:off x="2679301" y="7933234"/>
            <a:ext cx="160074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HN" sz="1500" b="1">
                <a:solidFill>
                  <a:srgbClr val="003567"/>
                </a:solidFill>
                <a:latin typeface="Trebuchet MS" panose="020B0603020202020204" pitchFamily="34" charset="0"/>
                <a:cs typeface="Arial" pitchFamily="34" charset="0"/>
              </a:rPr>
              <a:t>Haz clic aquí</a:t>
            </a:r>
            <a:endParaRPr lang="es-HN" sz="1500" b="1" u="sng">
              <a:solidFill>
                <a:srgbClr val="003567"/>
              </a:solidFill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2" name="9 CuadroTexto">
            <a:extLst>
              <a:ext uri="{FF2B5EF4-FFF2-40B4-BE49-F238E27FC236}">
                <a16:creationId xmlns:a16="http://schemas.microsoft.com/office/drawing/2014/main" id="{F9E0AE61-43D1-7CC2-47E2-4AD00F4BAD34}"/>
              </a:ext>
            </a:extLst>
          </p:cNvPr>
          <p:cNvSpPr txBox="1"/>
          <p:nvPr/>
        </p:nvSpPr>
        <p:spPr>
          <a:xfrm>
            <a:off x="5157192" y="8604448"/>
            <a:ext cx="166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b="1">
                <a:solidFill>
                  <a:srgbClr val="003567"/>
                </a:solidFill>
                <a:effectLst/>
                <a:latin typeface="Trebuchet MS" panose="020B0603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DC-INTERNA</a:t>
            </a:r>
            <a:endParaRPr lang="es-HN" sz="1400">
              <a:solidFill>
                <a:srgbClr val="003567"/>
              </a:solidFill>
              <a:latin typeface="Trebuchet MS" panose="020B0603020202020204" pitchFamily="34" charset="0"/>
              <a:cs typeface="Arial" pitchFamily="34" charset="0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C939204A-2A83-1AE6-F0BC-6C8A33F286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696" y="0"/>
            <a:ext cx="3667942" cy="385192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E8CF21D-3D60-5272-8B5E-EEB2C7B28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0" r="11490"/>
          <a:stretch/>
        </p:blipFill>
        <p:spPr bwMode="auto">
          <a:xfrm>
            <a:off x="692696" y="0"/>
            <a:ext cx="3695467" cy="3851920"/>
          </a:xfrm>
          <a:prstGeom prst="round2DiagRect">
            <a:avLst>
              <a:gd name="adj1" fmla="val 32411"/>
              <a:gd name="adj2" fmla="val 0"/>
            </a:avLst>
          </a:prstGeom>
          <a:ln w="88900" cap="sq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4 CuadroTexto">
            <a:extLst>
              <a:ext uri="{FF2B5EF4-FFF2-40B4-BE49-F238E27FC236}">
                <a16:creationId xmlns:a16="http://schemas.microsoft.com/office/drawing/2014/main" id="{BC97E3E7-1CA5-D70B-2B15-AE7CE707EE02}"/>
              </a:ext>
            </a:extLst>
          </p:cNvPr>
          <p:cNvSpPr txBox="1"/>
          <p:nvPr/>
        </p:nvSpPr>
        <p:spPr>
          <a:xfrm>
            <a:off x="404665" y="5837627"/>
            <a:ext cx="590465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300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rPr>
              <a:t>And more recently with desktop publishing software like Aldus PageMaker including versions of Lorem Ipsum. And more recently with desktop publishing software like Aldus PageMaker including versions of Lorem.</a:t>
            </a:r>
          </a:p>
          <a:p>
            <a:pPr algn="just"/>
            <a:endParaRPr lang="en-US" sz="1300">
              <a:solidFill>
                <a:schemeClr val="bg1"/>
              </a:solidFill>
              <a:latin typeface="Trebuchet MS" panose="020B0603020202020204" pitchFamily="34" charset="0"/>
              <a:cs typeface="Arial" pitchFamily="34" charset="0"/>
            </a:endParaRPr>
          </a:p>
          <a:p>
            <a:pPr algn="just"/>
            <a:r>
              <a:rPr lang="en-US" sz="1300">
                <a:solidFill>
                  <a:schemeClr val="bg1"/>
                </a:solidFill>
                <a:latin typeface="Trebuchet MS" panose="020B0603020202020204" pitchFamily="34" charset="0"/>
                <a:cs typeface="Arial" pitchFamily="34" charset="0"/>
              </a:rPr>
              <a:t>And more recently with desktop publishing software like Aldus PageMaker including versions of Lorem Ipsum. And more recently with desktop publishing software like Aldus PageMaker including versions of Lorem Ipsum.</a:t>
            </a:r>
          </a:p>
          <a:p>
            <a:pPr algn="just"/>
            <a:endParaRPr lang="en-US" sz="1300">
              <a:solidFill>
                <a:schemeClr val="bg1"/>
              </a:solidFill>
              <a:latin typeface="Trebuchet MS" panose="020B060302020202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30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Letter Paper (8.5x11 in)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A. Montes / BANCO DEL PAIS</dc:creator>
  <cp:revision>1</cp:revision>
  <dcterms:created xsi:type="dcterms:W3CDTF">2019-12-27T20:09:37Z</dcterms:created>
  <dcterms:modified xsi:type="dcterms:W3CDTF">2026-10-26T17:49:22Z</dcterms:modified>
</cp:coreProperties>
</file>