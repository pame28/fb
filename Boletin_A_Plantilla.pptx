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letter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BBDA"/>
    <a:srgbClr val="003567"/>
    <a:srgbClr val="FCC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574072-8BD6-99FD-ACEB-499D4F333E41}" v="10" dt="2026-10-26T17:49:07.304"/>
    <p1510:client id="{C8ABCD01-4B5D-4CF8-B20A-72138E299CC8}" v="2" dt="2026-10-26T17:48:53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mela N. Suazo / BANCO DEL PAIS" userId="S::80730@banpais.hn::302c13b3-2a27-46b0-a1e8-9992b45c97be" providerId="AD" clId="Web-{BA574072-8BD6-99FD-ACEB-499D4F333E41}"/>
    <pc:docChg chg="modSld">
      <pc:chgData name="Pamela N. Suazo / BANCO DEL PAIS" userId="S::80730@banpais.hn::302c13b3-2a27-46b0-a1e8-9992b45c97be" providerId="AD" clId="Web-{BA574072-8BD6-99FD-ACEB-499D4F333E41}" dt="2026-10-26T17:49:07.304" v="11"/>
      <pc:docMkLst>
        <pc:docMk/>
      </pc:docMkLst>
      <pc:sldChg chg="addSp delSp modSp">
        <pc:chgData name="Pamela N. Suazo / BANCO DEL PAIS" userId="S::80730@banpais.hn::302c13b3-2a27-46b0-a1e8-9992b45c97be" providerId="AD" clId="Web-{BA574072-8BD6-99FD-ACEB-499D4F333E41}" dt="2026-10-26T17:49:07.304" v="11"/>
        <pc:sldMkLst>
          <pc:docMk/>
          <pc:sldMk cId="11193011" sldId="256"/>
        </pc:sldMkLst>
        <pc:picChg chg="add del mod modCrop">
          <ac:chgData name="Pamela N. Suazo / BANCO DEL PAIS" userId="S::80730@banpais.hn::302c13b3-2a27-46b0-a1e8-9992b45c97be" providerId="AD" clId="Web-{BA574072-8BD6-99FD-ACEB-499D4F333E41}" dt="2026-10-26T17:47:34.351" v="7"/>
          <ac:picMkLst>
            <pc:docMk/>
            <pc:sldMk cId="11193011" sldId="256"/>
            <ac:picMk id="3" creationId="{3A2085A9-3C28-889B-EF31-F69F19EFFBED}"/>
          </ac:picMkLst>
        </pc:picChg>
        <pc:picChg chg="mod">
          <ac:chgData name="Pamela N. Suazo / BANCO DEL PAIS" userId="S::80730@banpais.hn::302c13b3-2a27-46b0-a1e8-9992b45c97be" providerId="AD" clId="Web-{BA574072-8BD6-99FD-ACEB-499D4F333E41}" dt="2026-10-26T17:49:07.304" v="11"/>
          <ac:picMkLst>
            <pc:docMk/>
            <pc:sldMk cId="11193011" sldId="256"/>
            <ac:picMk id="8" creationId="{BE8CF21D-3D60-5272-8B5E-EEB2C7B283E9}"/>
          </ac:picMkLst>
        </pc:picChg>
      </pc:sldChg>
    </pc:docChg>
  </pc:docChgLst>
  <pc:docChgLst>
    <pc:chgData name="Pamela N. Suazo / BANCO DEL PAIS" userId="302c13b3-2a27-46b0-a1e8-9992b45c97be" providerId="ADAL" clId="{2106C7DA-89D1-4B60-BFD0-53EE1A980599}"/>
    <pc:docChg chg="modSld">
      <pc:chgData name="Pamela N. Suazo / BANCO DEL PAIS" userId="302c13b3-2a27-46b0-a1e8-9992b45c97be" providerId="ADAL" clId="{2106C7DA-89D1-4B60-BFD0-53EE1A980599}" dt="2026-10-26T17:48:53.288" v="1" actId="1076"/>
      <pc:docMkLst>
        <pc:docMk/>
      </pc:docMkLst>
      <pc:sldChg chg="modSp">
        <pc:chgData name="Pamela N. Suazo / BANCO DEL PAIS" userId="302c13b3-2a27-46b0-a1e8-9992b45c97be" providerId="ADAL" clId="{2106C7DA-89D1-4B60-BFD0-53EE1A980599}" dt="2026-10-26T17:48:53.288" v="1" actId="1076"/>
        <pc:sldMkLst>
          <pc:docMk/>
          <pc:sldMk cId="11193011" sldId="256"/>
        </pc:sldMkLst>
        <pc:picChg chg="mod">
          <ac:chgData name="Pamela N. Suazo / BANCO DEL PAIS" userId="302c13b3-2a27-46b0-a1e8-9992b45c97be" providerId="ADAL" clId="{2106C7DA-89D1-4B60-BFD0-53EE1A980599}" dt="2026-10-26T17:48:53.288" v="1" actId="1076"/>
          <ac:picMkLst>
            <pc:docMk/>
            <pc:sldMk cId="11193011" sldId="256"/>
            <ac:picMk id="8" creationId="{BE8CF21D-3D60-5272-8B5E-EEB2C7B283E9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64174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82247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39630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41408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54521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02433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16751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2358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9107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72496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61054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79571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2561057" y="3851920"/>
            <a:ext cx="4014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HN" sz="2800" b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¡Regresa y conéctate sin trámites!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4548321" y="2483768"/>
            <a:ext cx="20882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HN" sz="1500">
                <a:solidFill>
                  <a:srgbClr val="23BBDA"/>
                </a:solidFill>
                <a:latin typeface="Trebuchet MS" panose="020B0603020202020204" pitchFamily="34" charset="0"/>
                <a:cs typeface="Arial" pitchFamily="34" charset="0"/>
              </a:rPr>
              <a:t>Innovación Tecnológica te informa:</a:t>
            </a:r>
          </a:p>
        </p:txBody>
      </p:sp>
      <p:sp>
        <p:nvSpPr>
          <p:cNvPr id="12" name="4 CuadroTexto">
            <a:extLst>
              <a:ext uri="{FF2B5EF4-FFF2-40B4-BE49-F238E27FC236}">
                <a16:creationId xmlns:a16="http://schemas.microsoft.com/office/drawing/2014/main" id="{B9C40ED9-ED7F-4A1F-8E29-150941BD885E}"/>
              </a:ext>
            </a:extLst>
          </p:cNvPr>
          <p:cNvSpPr txBox="1"/>
          <p:nvPr/>
        </p:nvSpPr>
        <p:spPr>
          <a:xfrm>
            <a:off x="2540429" y="4980000"/>
            <a:ext cx="395429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Tus usuarios se desbloquean </a:t>
            </a:r>
            <a:r>
              <a:rPr lang="en-US" sz="1300" b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automáticamente</a:t>
            </a:r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 cuando vuelves de vacaciones.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09A567-E6F2-E7A2-93AE-FF6E0348A1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1057" y="7902425"/>
            <a:ext cx="1785678" cy="384785"/>
          </a:xfrm>
          <a:prstGeom prst="rect">
            <a:avLst/>
          </a:prstGeom>
        </p:spPr>
      </p:pic>
      <p:sp>
        <p:nvSpPr>
          <p:cNvPr id="7" name="7 CuadroTexto">
            <a:extLst>
              <a:ext uri="{FF2B5EF4-FFF2-40B4-BE49-F238E27FC236}">
                <a16:creationId xmlns:a16="http://schemas.microsoft.com/office/drawing/2014/main" id="{DD2A05F1-7F3B-F7D2-1501-3ECECCE88F83}"/>
              </a:ext>
            </a:extLst>
          </p:cNvPr>
          <p:cNvSpPr txBox="1"/>
          <p:nvPr/>
        </p:nvSpPr>
        <p:spPr>
          <a:xfrm>
            <a:off x="2679301" y="7933234"/>
            <a:ext cx="160074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sz="1500" b="1">
                <a:solidFill>
                  <a:srgbClr val="003567"/>
                </a:solidFill>
                <a:latin typeface="Trebuchet MS" panose="020B0603020202020204" pitchFamily="34" charset="0"/>
                <a:cs typeface="Arial" pitchFamily="34" charset="0"/>
              </a:rPr>
              <a:t>¡Feliz regreso!</a:t>
            </a:r>
          </a:p>
        </p:txBody>
      </p:sp>
      <p:sp>
        <p:nvSpPr>
          <p:cNvPr id="2" name="9 CuadroTexto">
            <a:extLst>
              <a:ext uri="{FF2B5EF4-FFF2-40B4-BE49-F238E27FC236}">
                <a16:creationId xmlns:a16="http://schemas.microsoft.com/office/drawing/2014/main" id="{F9E0AE61-43D1-7CC2-47E2-4AD00F4BAD34}"/>
              </a:ext>
            </a:extLst>
          </p:cNvPr>
          <p:cNvSpPr txBox="1"/>
          <p:nvPr/>
        </p:nvSpPr>
        <p:spPr>
          <a:xfrm>
            <a:off x="5157192" y="8604448"/>
            <a:ext cx="166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b="1">
                <a:solidFill>
                  <a:srgbClr val="003567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DC-INTERNA</a:t>
            </a:r>
            <a:endParaRPr lang="es-HN" sz="1400">
              <a:solidFill>
                <a:srgbClr val="003567"/>
              </a:solidFill>
              <a:latin typeface="Trebuchet MS" panose="020B0603020202020204" pitchFamily="34" charset="0"/>
              <a:cs typeface="Arial" pitchFamily="34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939204A-2A83-1AE6-F0BC-6C8A33F28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696" y="0"/>
            <a:ext cx="3667942" cy="3851920"/>
          </a:xfrm>
          <a:prstGeom prst="rect">
            <a:avLst/>
          </a:prstGeom>
        </p:spPr>
      </p:pic>
      <p:pic>
        <p:nvPicPr>
          <p:cNvPr id="8" name="Picture 2" descr="Ilustración: laptop con candado abierto y maleta de vacaciones">
            <a:extLst>
              <a:ext uri="{FF2B5EF4-FFF2-40B4-BE49-F238E27FC236}">
                <a16:creationId xmlns:a16="http://schemas.microsoft.com/office/drawing/2014/main" id="{BE8CF21D-3D60-5272-8B5E-EEB2C7B28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2696" y="0"/>
            <a:ext cx="3695467" cy="3851920"/>
          </a:xfrm>
          <a:prstGeom prst="round2DiagRect">
            <a:avLst>
              <a:gd name="adj1" fmla="val 32411"/>
              <a:gd name="adj2" fmla="val 0"/>
            </a:avLst>
          </a:prstGeom>
          <a:ln w="88900" cap="sq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4 CuadroTexto">
            <a:extLst>
              <a:ext uri="{FF2B5EF4-FFF2-40B4-BE49-F238E27FC236}">
                <a16:creationId xmlns:a16="http://schemas.microsoft.com/office/drawing/2014/main" id="{BC97E3E7-1CA5-D70B-2B15-AE7CE707EE02}"/>
              </a:ext>
            </a:extLst>
          </p:cNvPr>
          <p:cNvSpPr txBox="1"/>
          <p:nvPr/>
        </p:nvSpPr>
        <p:spPr>
          <a:xfrm>
            <a:off x="404665" y="5980000"/>
            <a:ext cx="590465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Tenemos una excelente noticia: ahora contamos con un </a:t>
            </a:r>
            <a:r>
              <a:rPr lang="en-US" sz="1300" b="1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proceso automático</a:t>
            </a:r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 que desbloquea tus usuarios de </a:t>
            </a:r>
            <a:r>
              <a:rPr lang="en-US" sz="1300" b="1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Directorio Activo</a:t>
            </a:r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 y </a:t>
            </a:r>
            <a:r>
              <a:rPr lang="en-US" sz="1300" b="1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AS400</a:t>
            </a:r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 en cuanto regresas de tus vacaciones.</a:t>
            </a:r>
          </a:p>
          <a:p>
            <a:pPr algn="just"/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/>
            </a:r>
          </a:p>
          <a:p>
            <a:pPr algn="just"/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Esto significa que </a:t>
            </a:r>
            <a:r>
              <a:rPr lang="en-US" sz="1300" b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ya no necesitas ingresar la solicitud de habilitación de usuario por regreso de vacaciones.</a:t>
            </a:r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 Solo enciende tu equipo, inicia sesión y continúa con tus labores como siempre.</a:t>
            </a:r>
          </a:p>
        </p:txBody>
      </p:sp>
    </p:spTree>
    <p:extLst>
      <p:ext uri="{BB962C8B-B14F-4D97-AF65-F5344CB8AC3E}">
        <p14:creationId xmlns:p14="http://schemas.microsoft.com/office/powerpoint/2010/main" val="11193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Letter Paper (8.5x11 in)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A. Montes / BANCO DEL PAIS</dc:creator>
  <cp:revision>1</cp:revision>
  <dcterms:created xsi:type="dcterms:W3CDTF">2019-12-27T20:09:37Z</dcterms:created>
  <dcterms:modified xsi:type="dcterms:W3CDTF">2026-10-26T17:49:22Z</dcterms:modified>
</cp:coreProperties>
</file>