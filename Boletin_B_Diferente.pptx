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letter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BDA"/>
    <a:srgbClr val="003567"/>
    <a:srgbClr val="FCC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74072-8BD6-99FD-ACEB-499D4F333E41}" v="10" dt="2026-10-26T17:49:07.304"/>
    <p1510:client id="{C8ABCD01-4B5D-4CF8-B20A-72138E299CC8}" v="2" dt="2026-10-26T17:48:53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N. Suazo / BANCO DEL PAIS" userId="S::80730@banpais.hn::302c13b3-2a27-46b0-a1e8-9992b45c97be" providerId="AD" clId="Web-{BA574072-8BD6-99FD-ACEB-499D4F333E41}"/>
    <pc:docChg chg="modSld">
      <pc:chgData name="Pamela N. Suazo / BANCO DEL PAIS" userId="S::80730@banpais.hn::302c13b3-2a27-46b0-a1e8-9992b45c97be" providerId="AD" clId="Web-{BA574072-8BD6-99FD-ACEB-499D4F333E41}" dt="2026-10-26T17:49:07.304" v="11"/>
      <pc:docMkLst>
        <pc:docMk/>
      </pc:docMkLst>
      <pc:sldChg chg="addSp delSp modSp">
        <pc:chgData name="Pamela N. Suazo / BANCO DEL PAIS" userId="S::80730@banpais.hn::302c13b3-2a27-46b0-a1e8-9992b45c97be" providerId="AD" clId="Web-{BA574072-8BD6-99FD-ACEB-499D4F333E41}" dt="2026-10-26T17:49:07.304" v="11"/>
        <pc:sldMkLst>
          <pc:docMk/>
          <pc:sldMk cId="11193011" sldId="256"/>
        </pc:sldMkLst>
        <pc:picChg chg="add del mod modCrop">
          <ac:chgData name="Pamela N. Suazo / BANCO DEL PAIS" userId="S::80730@banpais.hn::302c13b3-2a27-46b0-a1e8-9992b45c97be" providerId="AD" clId="Web-{BA574072-8BD6-99FD-ACEB-499D4F333E41}" dt="2026-10-26T17:47:34.351" v="7"/>
          <ac:picMkLst>
            <pc:docMk/>
            <pc:sldMk cId="11193011" sldId="256"/>
            <ac:picMk id="3" creationId="{3A2085A9-3C28-889B-EF31-F69F19EFFBED}"/>
          </ac:picMkLst>
        </pc:picChg>
        <pc:picChg chg="mod">
          <ac:chgData name="Pamela N. Suazo / BANCO DEL PAIS" userId="S::80730@banpais.hn::302c13b3-2a27-46b0-a1e8-9992b45c97be" providerId="AD" clId="Web-{BA574072-8BD6-99FD-ACEB-499D4F333E41}" dt="2026-10-26T17:49:07.304" v="11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  <pc:docChgLst>
    <pc:chgData name="Pamela N. Suazo / BANCO DEL PAIS" userId="302c13b3-2a27-46b0-a1e8-9992b45c97be" providerId="ADAL" clId="{2106C7DA-89D1-4B60-BFD0-53EE1A980599}"/>
    <pc:docChg chg="modSld">
      <pc:chgData name="Pamela N. Suazo / BANCO DEL PAIS" userId="302c13b3-2a27-46b0-a1e8-9992b45c97be" providerId="ADAL" clId="{2106C7DA-89D1-4B60-BFD0-53EE1A980599}" dt="2026-10-26T17:48:53.288" v="1" actId="1076"/>
      <pc:docMkLst>
        <pc:docMk/>
      </pc:docMkLst>
      <pc:sldChg chg="modSp">
        <pc:chgData name="Pamela N. Suazo / BANCO DEL PAIS" userId="302c13b3-2a27-46b0-a1e8-9992b45c97be" providerId="ADAL" clId="{2106C7DA-89D1-4B60-BFD0-53EE1A980599}" dt="2026-10-26T17:48:53.288" v="1" actId="1076"/>
        <pc:sldMkLst>
          <pc:docMk/>
          <pc:sldMk cId="11193011" sldId="256"/>
        </pc:sldMkLst>
        <pc:picChg chg="mod">
          <ac:chgData name="Pamela N. Suazo / BANCO DEL PAIS" userId="302c13b3-2a27-46b0-a1e8-9992b45c97be" providerId="ADAL" clId="{2106C7DA-89D1-4B60-BFD0-53EE1A980599}" dt="2026-10-26T17:48:53.288" v="1" actId="1076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4174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2247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9630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41408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45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02433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6751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2358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9107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72496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61054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9571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área"/>
          <p:cNvSpPr txBox="1"/>
          <p:nvPr/>
        </p:nvSpPr>
        <p:spPr>
          <a:xfrm>
            <a:off x="758952" y="502920"/>
            <a:ext cx="3611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40">
                <a:solidFill>
                  <a:srgbClr val="23BBDA"/>
                </a:solidFill>
                <a:latin typeface="Trebuchet MS"/>
              </a:rPr>
              <a:t>INNOVACIÓN TECNOLÓGICA TE INFORMA</a:t>
            </a:r>
          </a:p>
        </p:txBody>
      </p:sp>
      <p:sp>
        <p:nvSpPr>
          <p:cNvPr id="3" name="Titular"/>
          <p:cNvSpPr txBox="1"/>
          <p:nvPr/>
        </p:nvSpPr>
        <p:spPr>
          <a:xfrm>
            <a:off x="457200" y="1143000"/>
            <a:ext cx="59436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Trebuchet MS"/>
              </a:rPr>
              <a:t>Volviste.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FCC300"/>
                </a:solidFill>
                <a:latin typeface="Trebuchet MS"/>
              </a:rPr>
              <a:t>Tu usuario también.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457200" y="29260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FDDF0"/>
                </a:solidFill>
                <a:latin typeface="Trebuchet MS"/>
              </a:rPr>
              <a:t>Desbloqueo automático de usuarios al regresar de vacaciones</a:t>
            </a:r>
          </a:p>
        </p:txBody>
      </p:sp>
      <p:sp>
        <p:nvSpPr>
          <p:cNvPr id="5" name="Cuerpo"/>
          <p:cNvSpPr txBox="1"/>
          <p:nvPr/>
        </p:nvSpPr>
        <p:spPr>
          <a:xfrm>
            <a:off x="3703320" y="3611880"/>
            <a:ext cx="2697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Trebuchet MS"/>
              </a:rPr>
              <a:t>Tenemos una gran noticia: un </a:t>
            </a:r>
            <a:r>
              <a:rPr sz="1300" b="1">
                <a:solidFill>
                  <a:srgbClr val="FFFFFF"/>
                </a:solidFill>
                <a:latin typeface="Trebuchet MS"/>
              </a:rPr>
              <a:t>proceso automático</a:t>
            </a:r>
            <a:r>
              <a:rPr sz="1300" b="0">
                <a:solidFill>
                  <a:srgbClr val="FFFFFF"/>
                </a:solidFill>
                <a:latin typeface="Trebuchet MS"/>
              </a:rPr>
              <a:t> desbloquea tus usuarios de </a:t>
            </a:r>
            <a:r>
              <a:rPr sz="1300" b="1">
                <a:solidFill>
                  <a:srgbClr val="FFFFFF"/>
                </a:solidFill>
                <a:latin typeface="Trebuchet MS"/>
              </a:rPr>
              <a:t>Directorio Activo</a:t>
            </a:r>
            <a:r>
              <a:rPr sz="1300" b="0">
                <a:solidFill>
                  <a:srgbClr val="FFFFFF"/>
                </a:solidFill>
                <a:latin typeface="Trebuchet MS"/>
              </a:rPr>
              <a:t> y </a:t>
            </a:r>
            <a:r>
              <a:rPr sz="1300" b="1">
                <a:solidFill>
                  <a:srgbClr val="FFFFFF"/>
                </a:solidFill>
                <a:latin typeface="Trebuchet MS"/>
              </a:rPr>
              <a:t>AS400</a:t>
            </a:r>
            <a:r>
              <a:rPr sz="1300" b="0">
                <a:solidFill>
                  <a:srgbClr val="FFFFFF"/>
                </a:solidFill>
                <a:latin typeface="Trebuchet MS"/>
              </a:rPr>
              <a:t> en cuanto regresas de tus vacaciones.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Trebuchet MS"/>
              </a:rPr>
              <a:t>Tu primer día de vuelta, solo enciende tu equipo, inicia sesión y </a:t>
            </a:r>
            <a:r>
              <a:rPr sz="1300" b="1">
                <a:solidFill>
                  <a:srgbClr val="FCC300"/>
                </a:solidFill>
                <a:latin typeface="Trebuchet MS"/>
              </a:rPr>
              <a:t>¡a trabajar!</a:t>
            </a:r>
          </a:p>
        </p:txBody>
      </p:sp>
      <p:sp>
        <p:nvSpPr>
          <p:cNvPr id="6" name="Antes"/>
          <p:cNvSpPr txBox="1"/>
          <p:nvPr/>
        </p:nvSpPr>
        <p:spPr>
          <a:xfrm>
            <a:off x="713232" y="6089904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spc="150">
                <a:solidFill>
                  <a:srgbClr val="7FDDF0"/>
                </a:solidFill>
                <a:latin typeface="Trebuchet MS"/>
              </a:rPr>
              <a:t>ANTES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D6E6F2"/>
                </a:solidFill>
                <a:latin typeface="Trebuchet MS"/>
              </a:rPr>
              <a:t>Al regresar, debías ingresar la solicitud de habilitación de usuario y esperar.</a:t>
            </a:r>
          </a:p>
        </p:txBody>
      </p:sp>
      <p:sp>
        <p:nvSpPr>
          <p:cNvPr id="7" name="Ahora"/>
          <p:cNvSpPr txBox="1"/>
          <p:nvPr/>
        </p:nvSpPr>
        <p:spPr>
          <a:xfrm>
            <a:off x="3840480" y="6089904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spc="150">
                <a:solidFill>
                  <a:srgbClr val="013765"/>
                </a:solidFill>
                <a:latin typeface="Trebuchet MS"/>
              </a:rPr>
              <a:t>AHORA</a:t>
            </a: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013765"/>
                </a:solidFill>
                <a:latin typeface="Trebuchet MS"/>
              </a:rPr>
              <a:t>Regresas y tu usuario ya está activo. Sin solicitudes, sin esperas.</a:t>
            </a:r>
          </a:p>
        </p:txBody>
      </p:sp>
      <p:sp>
        <p:nvSpPr>
          <p:cNvPr id="8" name="Cierre"/>
          <p:cNvSpPr txBox="1"/>
          <p:nvPr/>
        </p:nvSpPr>
        <p:spPr>
          <a:xfrm>
            <a:off x="457200" y="75895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Disfruta tus vacaciones: </a:t>
            </a:r>
            <a:r>
              <a:rPr sz="1500" b="0">
                <a:solidFill>
                  <a:srgbClr val="7FDDF0"/>
                </a:solidFill>
                <a:latin typeface="Trebuchet MS"/>
              </a:rPr>
              <a:t>nosotros nos encargamos del resto.</a:t>
            </a:r>
          </a:p>
        </p:txBody>
      </p:sp>
      <p:sp>
        <p:nvSpPr>
          <p:cNvPr id="9" name="Clasificación"/>
          <p:cNvSpPr txBox="1"/>
          <p:nvPr/>
        </p:nvSpPr>
        <p:spPr>
          <a:xfrm>
            <a:off x="4754880" y="850392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13765"/>
                </a:solidFill>
                <a:latin typeface="Trebuchet MS"/>
              </a:rPr>
              <a:t>DC-INTERNA</a:t>
            </a:r>
          </a:p>
        </p:txBody>
      </p:sp>
    </p:spTree>
    <p:extLst>
      <p:ext uri="{BB962C8B-B14F-4D97-AF65-F5344CB8AC3E}">
        <p14:creationId xmlns:p14="http://schemas.microsoft.com/office/powerpoint/2010/main" val="11193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Letter Paper (8.5x11 in)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A. Montes / BANCO DEL PAIS</dc:creator>
  <cp:revision>1</cp:revision>
  <dcterms:created xsi:type="dcterms:W3CDTF">2019-12-27T20:09:37Z</dcterms:created>
  <dcterms:modified xsi:type="dcterms:W3CDTF">2026-10-26T17:49:22Z</dcterms:modified>
</cp:coreProperties>
</file>